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012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73152"/>
          </a:xfrm>
          <a:prstGeom prst="rect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CLASS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Insight Analyzer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tool for understanding stock behavior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19" y="3401568"/>
            <a:ext cx="38866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Kush, Kinjal, Hanna, Omar, Seyfi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yfinance  |  pandas  |  matplotlib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adults own stock — directly or through retirement accounts.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Gallup, 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for beginners, three barriers remain: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0" y="1764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 across dozens of sites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2860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2267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(MA, RSI, volatility) sound technical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7889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2770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push trades, not understanding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63440" y="34747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3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without the vocabulary to explain what's happening on the chart.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1440" cy="1097280"/>
          </a:xfrm>
          <a:prstGeom prst="rect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program that takes a stock ticker and returns simple, explainable insight into how that stock has been behaving — without telling the user what to buy.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0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scoring, not a black box.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can be explained.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7432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880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chart with moving averages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trends obvious at a glance.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7432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880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0936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labels itself as educational.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promises returns.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4300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whole project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4173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92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34924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live stock history from Yahoo Finance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688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14300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time-series math, indicator calculations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46888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4924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534924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1-year price chart with moving averages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52044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143000" y="3794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code hosting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52044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4924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5349240" y="3794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and running environment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→  Processing  →  Output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74320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743200" cy="210312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ticker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AAPL, TSLA, MSFT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pulls 1 yr of data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2971800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91840" y="1554480"/>
            <a:ext cx="2743200" cy="548640"/>
          </a:xfrm>
          <a:prstGeom prst="rect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9184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1840" y="2103120"/>
            <a:ext cx="2743200" cy="210312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29000" y="224028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 (20, 50)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volatility, returns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97180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17920" y="1554480"/>
            <a:ext cx="2743200" cy="548640"/>
          </a:xfrm>
          <a:prstGeom prst="rect">
            <a:avLst/>
          </a:prstGeom>
          <a:solidFill>
            <a:srgbClr val="2C8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17920" y="2103120"/>
            <a:ext cx="2743200" cy="210312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355080" y="224028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summary (CLI)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PNG price chart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report file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+ reasons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Breakdown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one clear job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828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handles user input and orchestrates the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fetch_data.py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stock history and company info via yfinance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indicators.py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MA20, MA50, RSI, volatility, 1-month &amp; 6-month returns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200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engine that produces the recommendation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visualizer.py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657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1-year price chart with matplotlib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4114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normalization, console formatting, saves text 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Analysis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rules, not a black box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 (20 &amp; 50 day)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out daily noise to reveal the trend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Volatility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stock swings — higher = riskier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&amp; 6-month Return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and medium-term 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(14-day)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70 = overbought, below 30 = oversold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possible labels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011680"/>
            <a:ext cx="91440" cy="548640"/>
          </a:xfrm>
          <a:prstGeom prst="rect">
            <a:avLst/>
          </a:prstGeom>
          <a:solidFill>
            <a:srgbClr val="2C8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investing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trend, moderate 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834640"/>
            <a:ext cx="91440" cy="548640"/>
          </a:xfrm>
          <a:prstGeom prst="rect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trading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movement, moderate risk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657600"/>
            <a:ext cx="91440" cy="548640"/>
          </a:xfrm>
          <a:prstGeom prst="rect">
            <a:avLst/>
          </a:prstGeom>
          <a:solidFill>
            <a:srgbClr val="C139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trend or high volatility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Rules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adds or subtracts points — the final score picks the label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92608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price above 50-day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/ 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20-day MA above 50-day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/ 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return &gt;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return &gt; 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return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&lt; 25% (moderate)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 &gt; 40% (high)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in 30–70 (balanced)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&gt; 70 (overbought)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8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5 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 •  </a:t>
            </a:r>
            <a:r>
              <a:rPr lang="en-US" sz="1100" b="1" dirty="0">
                <a:solidFill>
                  <a:srgbClr val="B5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 •  </a:t>
            </a:r>
            <a:r>
              <a:rPr lang="en-US" sz="1100" b="1" dirty="0">
                <a:solidFill>
                  <a:srgbClr val="C13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Output  |  Healthy Trend</a:t>
            </a:r>
            <a:endParaRPr lang="en-US" sz="3000" dirty="0"/>
          </a:p>
        </p:txBody>
      </p:sp>
      <p:pic>
        <p:nvPicPr>
          <p:cNvPr id="3" name="Image 0" descr="/home/claude/deck-assets/healt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760720" cy="3246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143000"/>
            <a:ext cx="2286000" cy="3246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92240" y="1234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922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922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92240" y="2331720"/>
            <a:ext cx="2103120" cy="27432"/>
          </a:xfrm>
          <a:prstGeom prst="rect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9224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B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9224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9224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92240" y="3977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23%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Output  |  Risky Stock</a:t>
            </a:r>
            <a:endParaRPr lang="en-US" sz="3000" dirty="0"/>
          </a:p>
        </p:txBody>
      </p:sp>
      <p:pic>
        <p:nvPicPr>
          <p:cNvPr id="3" name="Image 0" descr="/home/claude/deck-assets/ris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760720" cy="3246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143000"/>
            <a:ext cx="2286000" cy="3246120"/>
          </a:xfrm>
          <a:prstGeom prst="rect">
            <a:avLst/>
          </a:prstGeom>
          <a:solidFill>
            <a:srgbClr val="C139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92240" y="1234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922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caution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92240" y="2331720"/>
            <a:ext cx="21031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224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9224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9224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3474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92240" y="3977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53%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Error Handling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user-facing failure is caught with a friendly message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ticker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 + chart + report saved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319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ticker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1208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message: "ticker may be invalid or delisted"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423160"/>
            <a:ext cx="39319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06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prompt: "ticker cannot be empty"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63440" y="2423160"/>
            <a:ext cx="39319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060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21208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Caught, prints: "check your internet connection"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57200" y="3429000"/>
            <a:ext cx="39319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history (new IPO)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0584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earliest available date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663440" y="3429000"/>
            <a:ext cx="3931920" cy="868680"/>
          </a:xfrm>
          <a:prstGeom prst="rect">
            <a:avLst/>
          </a:prstGeom>
          <a:solidFill>
            <a:srgbClr val="F8F9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1208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exception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21208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outer handler, program exits cleanly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Key Learnings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left partway through — project had to be finished solo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.info can be slow or unreliable; had to wrap in try/except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short price histories (new IPOs) without crashing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rules that are explainable in plain English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0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63440" y="17373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(one file = one job) makes debugging fast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is easier to defend than black-box 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fail gracefully — the demo only has one shot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time-series windows (rolling, pct_change) are powerful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73152"/>
          </a:xfrm>
          <a:prstGeom prst="rect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the program on a real ticker.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274320" cy="274320"/>
          </a:xfrm>
          <a:prstGeom prst="ellipse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inside the project folder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74320" cy="274320"/>
          </a:xfrm>
          <a:prstGeom prst="ellipse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python main.py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274320" cy="274320"/>
          </a:xfrm>
          <a:prstGeom prst="ellipse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ticker (AAPL, MSFT, or TSLA)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274320" cy="274320"/>
          </a:xfrm>
          <a:prstGeom prst="ellipse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metrics, chart, and recommendation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Insight Analyzer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73152"/>
          </a:xfrm>
          <a:prstGeom prst="rect">
            <a:avLst/>
          </a:prstGeom>
          <a:solidFill>
            <a:srgbClr val="E8B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Class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919</Words>
  <Application>Microsoft Office PowerPoint</Application>
  <PresentationFormat>On-screen Show (16:9)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Insight Analyzer</dc:title>
  <dc:subject>PptxGenJS Presentation</dc:subject>
  <dc:creator>Kinjal T</dc:creator>
  <cp:lastModifiedBy>Kush Patel</cp:lastModifiedBy>
  <cp:revision>2</cp:revision>
  <dcterms:created xsi:type="dcterms:W3CDTF">2026-04-24T16:53:25Z</dcterms:created>
  <dcterms:modified xsi:type="dcterms:W3CDTF">2026-04-24T17:43:03Z</dcterms:modified>
</cp:coreProperties>
</file>