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73152"/>
          </a:xfrm>
          <a:prstGeom prst="rect">
            <a:avLst/>
          </a:prstGeom>
          <a:solidFill>
            <a:srgbClr val="E8B92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CLASS PROJECT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Stock Insight Analyzer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educational tool for understanding stock behavior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3832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4015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Kinjal 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|  yfinance  |  pandas  |  matplotlib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3200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E8B9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adults own stock — directly or through retirement accounts.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Gallup, 2024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634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for beginners, three barriers remain: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30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0" y="17647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scattered across dozens of sites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2860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29200" y="22677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(MA, RSI, volatility) sound technical</a:t>
            </a:r>
            <a:endParaRPr lang="en-US" sz="13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8892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29200" y="27706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push trades, not understanding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663440" y="34747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pPr indent="0" marL="0">
              <a:buNone/>
            </a:pPr>
            <a:r>
              <a:rPr lang="en-US" sz="13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without the vocabulary to explain what's happening on the chart.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Objective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8F9F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91440" cy="1097280"/>
          </a:xfrm>
          <a:prstGeom prst="rect">
            <a:avLst/>
          </a:prstGeom>
          <a:solidFill>
            <a:srgbClr val="E8B92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Python program that takes a stock ticker and returns simple, explainable insight into how that stock has been behaving — without telling the user what to buy.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803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2880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scoring, not a black box.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can be explained.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7432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8803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31920" y="2880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47472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chart with moving averages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trends obvious at a glance.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26480" y="27432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8803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66560" y="2880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0936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labels itself as educational.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promises returns.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&amp; Technologies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1143000" y="1691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 for the whole project</a:t>
            </a:r>
            <a:endParaRPr lang="en-US" sz="11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457200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4924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349240" y="1691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live stock history from Yahoo Finance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457200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3000" y="2377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+ NumPy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143000" y="2743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manipulation, time-series math, indicator calculations</a:t>
            </a:r>
            <a:endParaRPr lang="en-US" sz="11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468880"/>
            <a:ext cx="457200" cy="4572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349240" y="2377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500" dirty="0"/>
          </a:p>
        </p:txBody>
      </p:sp>
      <p:sp>
        <p:nvSpPr>
          <p:cNvPr id="14" name="Text 8"/>
          <p:cNvSpPr/>
          <p:nvPr/>
        </p:nvSpPr>
        <p:spPr>
          <a:xfrm>
            <a:off x="5349240" y="2743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the 1-year price chart with moving averages</a:t>
            </a:r>
            <a:endParaRPr lang="en-US" sz="11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520440"/>
            <a:ext cx="457200" cy="457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43000" y="3429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1143000" y="3794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and code hosting</a:t>
            </a:r>
            <a:endParaRPr lang="en-US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520440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349240" y="34290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500" dirty="0"/>
          </a:p>
        </p:txBody>
      </p:sp>
      <p:sp>
        <p:nvSpPr>
          <p:cNvPr id="20" name="Text 12"/>
          <p:cNvSpPr/>
          <p:nvPr/>
        </p:nvSpPr>
        <p:spPr>
          <a:xfrm>
            <a:off x="5349240" y="3794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and running environment</a:t>
            </a:r>
            <a:endParaRPr lang="en-US" sz="1100" dirty="0"/>
          </a:p>
        </p:txBody>
      </p:sp>
      <p:sp>
        <p:nvSpPr>
          <p:cNvPr id="21" name="Text 13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→  Processing  →  Output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274320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2743200" cy="210312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240280"/>
            <a:ext cx="2514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a ticker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AAPL, TSLA, MSFT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pulls 1 yr of data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2971800"/>
            <a:ext cx="228600" cy="228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291840" y="1554480"/>
            <a:ext cx="2743200" cy="548640"/>
          </a:xfrm>
          <a:prstGeom prst="rect">
            <a:avLst/>
          </a:prstGeom>
          <a:solidFill>
            <a:srgbClr val="E8B923"/>
          </a:solidFill>
          <a:ln/>
        </p:spPr>
      </p:sp>
      <p:sp>
        <p:nvSpPr>
          <p:cNvPr id="10" name="Text 7"/>
          <p:cNvSpPr/>
          <p:nvPr/>
        </p:nvSpPr>
        <p:spPr>
          <a:xfrm>
            <a:off x="329184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91840" y="2103120"/>
            <a:ext cx="2743200" cy="210312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29000" y="2240280"/>
            <a:ext cx="2514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validate data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 (20, 50)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RSI, volatility, returns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scoring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971800"/>
            <a:ext cx="228600" cy="2286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217920" y="1554480"/>
            <a:ext cx="2743200" cy="548640"/>
          </a:xfrm>
          <a:prstGeom prst="rect">
            <a:avLst/>
          </a:prstGeom>
          <a:solidFill>
            <a:srgbClr val="2C8C54"/>
          </a:solidFill>
          <a:ln/>
        </p:spPr>
      </p:sp>
      <p:sp>
        <p:nvSpPr>
          <p:cNvPr id="15" name="Text 11"/>
          <p:cNvSpPr/>
          <p:nvPr/>
        </p:nvSpPr>
        <p:spPr>
          <a:xfrm>
            <a:off x="62179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217920" y="2103120"/>
            <a:ext cx="2743200" cy="210312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55080" y="2240280"/>
            <a:ext cx="2514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summary (CLI)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PNG price chart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Plain-text report file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+ reasons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Breakdown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has one clear job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solidFill>
            <a:srgbClr val="F8F9FC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18288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point, handles user input and orchestrates the flow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fetch_data.py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0" y="22860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stock history and company info via yfinance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solidFill>
            <a:srgbClr val="F8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indicators.py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27432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MA20, MA50, RSI, volatility, 1-month &amp; 6-month returns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analyzer.py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26080" y="3200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scoring engine that produces the recommendation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F8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visualizer.py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26080" y="3657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1-year price chart with matplotlib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utils.py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41148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normalization, console formatting, saves text report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Analysis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rules, not a black box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used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 (20 &amp; 50 day)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Smooths out daily noise to reveal the trend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Volatility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the stock swings — higher = riskier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1-month &amp; 6-month Return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 and medium-term performance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(14-day)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70 = overbought, below 30 = oversold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840480" cy="3200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possible labels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0" y="2011680"/>
            <a:ext cx="91440" cy="548640"/>
          </a:xfrm>
          <a:prstGeom prst="rect">
            <a:avLst/>
          </a:prstGeom>
          <a:solidFill>
            <a:srgbClr val="2C8C54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investing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240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trend, moderate risk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2834640"/>
            <a:ext cx="91440" cy="548640"/>
          </a:xfrm>
          <a:prstGeom prst="rect">
            <a:avLst/>
          </a:prstGeom>
          <a:solidFill>
            <a:srgbClr val="E8B923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788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trading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1208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movement, moderate risk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3657600"/>
            <a:ext cx="91440" cy="548640"/>
          </a:xfrm>
          <a:prstGeom prst="rect">
            <a:avLst/>
          </a:prstGeom>
          <a:solidFill>
            <a:srgbClr val="C1392C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3611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caution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3886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trend or high volatility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 Rules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adds or subtracts points — the final score picks the label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price above 50-day 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 / 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20-day MA above 50-day 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 / -1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6-month return &gt; 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6-month return &gt; 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6-month return 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Volatility &lt; 25% (moderate)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Volatility &gt; 40% (high)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in 30–70 (balanced)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&gt; 70 (overbought)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D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solidFill>
            <a:srgbClr val="F8F9FC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8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≥ 5 </a:t>
            </a:r>
            <a:pPr algn="ctr"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 •  </a:t>
            </a:r>
            <a:pPr algn="ctr" indent="0" marL="0">
              <a:buNone/>
            </a:pPr>
            <a:r>
              <a:rPr lang="en-US" sz="1100" b="1" dirty="0">
                <a:solidFill>
                  <a:srgbClr val="B58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</a:t>
            </a:r>
            <a:pPr algn="ctr"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 •  </a:t>
            </a:r>
            <a:pPr algn="ctr" indent="0" marL="0">
              <a:buNone/>
            </a:pPr>
            <a:r>
              <a:rPr lang="en-US" sz="1100" b="1" dirty="0">
                <a:solidFill>
                  <a:srgbClr val="C13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</a:t>
            </a:r>
            <a:pPr algn="ctr"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Output  |  Healthy Trend</a:t>
            </a:r>
            <a:endParaRPr lang="en-US" sz="3000" dirty="0"/>
          </a:p>
        </p:txBody>
      </p:sp>
      <p:pic>
        <p:nvPicPr>
          <p:cNvPr id="3" name="Image 0" descr="/home/claude/deck-assets/healt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760720" cy="3246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143000"/>
            <a:ext cx="2286000" cy="32461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2"/>
          <p:cNvSpPr/>
          <p:nvPr/>
        </p:nvSpPr>
        <p:spPr>
          <a:xfrm>
            <a:off x="6492240" y="1234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922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Long-term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92240" y="1828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investing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92240" y="2331720"/>
            <a:ext cx="2103120" cy="27432"/>
          </a:xfrm>
          <a:prstGeom prst="rect">
            <a:avLst/>
          </a:prstGeom>
          <a:solidFill>
            <a:srgbClr val="E8B923"/>
          </a:solidFill>
          <a:ln/>
        </p:spPr>
      </p:sp>
      <p:sp>
        <p:nvSpPr>
          <p:cNvPr id="9" name="Text 6"/>
          <p:cNvSpPr/>
          <p:nvPr/>
        </p:nvSpPr>
        <p:spPr>
          <a:xfrm>
            <a:off x="6492240" y="24688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Score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9224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B9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492240" y="3246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9224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10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92240" y="39776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23%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Output  |  Risky Stock</a:t>
            </a:r>
            <a:endParaRPr lang="en-US" sz="3000" dirty="0"/>
          </a:p>
        </p:txBody>
      </p:sp>
      <p:pic>
        <p:nvPicPr>
          <p:cNvPr id="3" name="Image 0" descr="/home/claude/deck-assets/risk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760720" cy="3246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143000"/>
            <a:ext cx="2286000" cy="3246120"/>
          </a:xfrm>
          <a:prstGeom prst="rect">
            <a:avLst/>
          </a:prstGeom>
          <a:solidFill>
            <a:srgbClr val="C1392C"/>
          </a:solidFill>
          <a:ln/>
        </p:spPr>
      </p:sp>
      <p:sp>
        <p:nvSpPr>
          <p:cNvPr id="5" name="Text 2"/>
          <p:cNvSpPr/>
          <p:nvPr/>
        </p:nvSpPr>
        <p:spPr>
          <a:xfrm>
            <a:off x="6492240" y="1234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922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caution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92240" y="2331720"/>
            <a:ext cx="2103120" cy="274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6492240" y="24688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Score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9224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-3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6492240" y="3246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92240" y="3474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/ 10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92240" y="39776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53%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Error Handling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user-facing failure is caught with a friendly message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86868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508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ticker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0584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metrics + chart + report saved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31920" cy="86868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60020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12080" y="1508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ticker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21208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message: "ticker may be invalid or delisted"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2423160"/>
            <a:ext cx="3931920" cy="86868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060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0584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05840" y="2834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prompt: "ticker cannot be empty"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663440" y="2423160"/>
            <a:ext cx="3931920" cy="86868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60604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failure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212080" y="2834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Caught, prints: "check your internet connection"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57200" y="3429000"/>
            <a:ext cx="3931920" cy="86868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611880"/>
            <a:ext cx="320040" cy="3200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0584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history (new IPO)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1005840" y="3840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earliest available date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663440" y="3429000"/>
            <a:ext cx="3931920" cy="868680"/>
          </a:xfrm>
          <a:prstGeom prst="rect">
            <a:avLst/>
          </a:prstGeom>
          <a:solidFill>
            <a:srgbClr val="F8F9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3611880"/>
            <a:ext cx="320040" cy="32004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1208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exception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5212080" y="3840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by outer handler, program exits cleanly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Key Learnings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737360"/>
            <a:ext cx="4023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Teammates left partway through — project had to be finished solo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.info can be slow or unreliable; had to wrap in try/except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short price histories (new IPOs) without crashing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rules that are explainable in plain English</a:t>
            </a:r>
            <a:endParaRPr lang="en-US" sz="1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Learnings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4663440" y="1737360"/>
            <a:ext cx="4023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code (one file = one job) makes debugging fast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logic is easier to defend than black-box ML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fail gracefully — the demo only has one shot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2B2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time-series windows (rolling, pct_change) are powerful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73152"/>
          </a:xfrm>
          <a:prstGeom prst="rect">
            <a:avLst/>
          </a:prstGeom>
          <a:solidFill>
            <a:srgbClr val="E8B92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run the program on a real ticker.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274320" cy="27432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terminal inside the project folder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274320" cy="27432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246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 python main.py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274320" cy="27432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611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ticker (AAPL, MSFT, or TSLA)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274320" cy="274320"/>
          </a:xfrm>
          <a:prstGeom prst="ellipse">
            <a:avLst/>
          </a:prstGeom>
          <a:solidFill>
            <a:srgbClr val="E8B923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977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3977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metrics, chart, and recommendation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Insight Analyzer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73152"/>
          </a:xfrm>
          <a:prstGeom prst="rect">
            <a:avLst/>
          </a:prstGeom>
          <a:solidFill>
            <a:srgbClr val="E8B92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welcome.</a:t>
            </a:r>
            <a:endParaRPr lang="en-US" sz="2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0233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4023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Kinjal T  —  Python Class Project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Insight Analyzer</dc:title>
  <dc:subject>PptxGenJS Presentation</dc:subject>
  <dc:creator>Kinjal T</dc:creator>
  <cp:lastModifiedBy>Kinjal T</cp:lastModifiedBy>
  <cp:revision>1</cp:revision>
  <dcterms:created xsi:type="dcterms:W3CDTF">2026-04-24T16:53:25Z</dcterms:created>
  <dcterms:modified xsi:type="dcterms:W3CDTF">2026-04-24T16:53:25Z</dcterms:modified>
</cp:coreProperties>
</file>